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5EFD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we are building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0" y="1828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418320" y="868680"/>
            <a:ext cx="1097280" cy="320040"/>
          </a:xfrm>
          <a:prstGeom prst="rect">
            <a:avLst/>
          </a:prstGeom>
          <a:solidFill>
            <a:srgbClr val="7BA05B"/>
          </a:solidFill>
          <a:ln/>
        </p:spPr>
      </p:sp>
      <p:sp>
        <p:nvSpPr>
          <p:cNvPr id="6" name="Text 4"/>
          <p:cNvSpPr/>
          <p:nvPr/>
        </p:nvSpPr>
        <p:spPr>
          <a:xfrm>
            <a:off x="9418320" y="868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VUSION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607040" y="868680"/>
            <a:ext cx="1280160" cy="320040"/>
          </a:xfrm>
          <a:prstGeom prst="rect">
            <a:avLst/>
          </a:prstGeom>
          <a:solidFill>
            <a:srgbClr val="A0522D"/>
          </a:solidFill>
          <a:ln/>
        </p:spPr>
      </p:sp>
      <p:sp>
        <p:nvSpPr>
          <p:cNvPr id="8" name="Text 6"/>
          <p:cNvSpPr/>
          <p:nvPr/>
        </p:nvSpPr>
        <p:spPr>
          <a:xfrm>
            <a:off x="10607040" y="8686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 MARKET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11247120" cy="1188720"/>
          </a:xfrm>
          <a:prstGeom prst="rect">
            <a:avLst/>
          </a:prstGeom>
          <a:solidFill>
            <a:srgbClr val="FAF6E8"/>
          </a:solidFill>
          <a:ln w="15875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444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14600" y="178308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A0522D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17830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
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+ pgvector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(2-3 users)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83480" y="178308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7BA05B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7830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SEMrush API
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+ SERP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Per-country 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52360" y="178308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7BA05B"/>
          </a:solidFill>
          <a:ln/>
        </p:spPr>
      </p:sp>
      <p:sp>
        <p:nvSpPr>
          <p:cNvPr id="16" name="Text 14"/>
          <p:cNvSpPr/>
          <p:nvPr/>
        </p:nvSpPr>
        <p:spPr>
          <a:xfrm>
            <a:off x="7452360" y="17830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Assets
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ToV · Guidelines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Glossary · Inspirations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flipV="1" rot="5400000">
            <a:off x="5989320" y="2606040"/>
            <a:ext cx="182880" cy="137160"/>
          </a:xfrm>
          <a:prstGeom prst="rightTriangle">
            <a:avLst/>
          </a:prstGeom>
          <a:solidFill>
            <a:srgbClr val="1A1A1A"/>
          </a:solidFill>
          <a:ln/>
        </p:spPr>
      </p:sp>
      <p:sp>
        <p:nvSpPr>
          <p:cNvPr id="18" name="Shape 16"/>
          <p:cNvSpPr/>
          <p:nvPr/>
        </p:nvSpPr>
        <p:spPr>
          <a:xfrm>
            <a:off x="6080760" y="2560320"/>
            <a:ext cx="0" cy="13716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743200"/>
            <a:ext cx="11247120" cy="2377440"/>
          </a:xfrm>
          <a:prstGeom prst="rect">
            <a:avLst/>
          </a:prstGeom>
          <a:solidFill>
            <a:srgbClr val="FAF6E8"/>
          </a:solidFill>
          <a:ln w="15875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816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3200400"/>
            <a:ext cx="10515600" cy="1783080"/>
          </a:xfrm>
          <a:prstGeom prst="rect">
            <a:avLst/>
          </a:prstGeom>
          <a:ln w="12700">
            <a:solidFill>
              <a:srgbClr val="1A1A1A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1005840" y="3090672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B8D4E8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30906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Orchestration — Next.js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77240" y="356616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A0522D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56616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+
Workflow
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+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rules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 rot="5400000">
            <a:off x="2793492" y="4142232"/>
            <a:ext cx="128016" cy="128016"/>
          </a:xfrm>
          <a:prstGeom prst="rightTriangle">
            <a:avLst/>
          </a:prstGeom>
          <a:solidFill>
            <a:srgbClr val="1A1A1A"/>
          </a:solidFill>
          <a:ln/>
        </p:spPr>
      </p:sp>
      <p:sp>
        <p:nvSpPr>
          <p:cNvPr id="27" name="Shape 25"/>
          <p:cNvSpPr/>
          <p:nvPr/>
        </p:nvSpPr>
        <p:spPr>
          <a:xfrm>
            <a:off x="2926080" y="356616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A0522D"/>
          </a:solidFill>
          <a:ln/>
        </p:spPr>
      </p:sp>
      <p:sp>
        <p:nvSpPr>
          <p:cNvPr id="28" name="Text 26"/>
          <p:cNvSpPr/>
          <p:nvPr/>
        </p:nvSpPr>
        <p:spPr>
          <a:xfrm>
            <a:off x="2926080" y="356616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Retrieval
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chunks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(Supabase)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 rot="5400000">
            <a:off x="4942332" y="4142232"/>
            <a:ext cx="128016" cy="128016"/>
          </a:xfrm>
          <a:prstGeom prst="rightTriangle">
            <a:avLst/>
          </a:prstGeom>
          <a:solidFill>
            <a:srgbClr val="1A1A1A"/>
          </a:solidFill>
          <a:ln/>
        </p:spPr>
      </p:sp>
      <p:sp>
        <p:nvSpPr>
          <p:cNvPr id="30" name="Shape 28"/>
          <p:cNvSpPr/>
          <p:nvPr/>
        </p:nvSpPr>
        <p:spPr>
          <a:xfrm>
            <a:off x="5074920" y="356616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A0522D"/>
          </a:solidFill>
          <a:ln/>
        </p:spPr>
      </p:sp>
      <p:sp>
        <p:nvSpPr>
          <p:cNvPr id="31" name="Text 29"/>
          <p:cNvSpPr/>
          <p:nvPr/>
        </p:nvSpPr>
        <p:spPr>
          <a:xfrm>
            <a:off x="5074920" y="356616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Generation
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+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Perplexity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Per-country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 rot="5400000">
            <a:off x="7091172" y="4142232"/>
            <a:ext cx="128016" cy="128016"/>
          </a:xfrm>
          <a:prstGeom prst="rightTriangle">
            <a:avLst/>
          </a:prstGeom>
          <a:solidFill>
            <a:srgbClr val="1A1A1A"/>
          </a:solidFill>
          <a:ln/>
        </p:spPr>
      </p:sp>
      <p:sp>
        <p:nvSpPr>
          <p:cNvPr id="33" name="Shape 31"/>
          <p:cNvSpPr/>
          <p:nvPr/>
        </p:nvSpPr>
        <p:spPr>
          <a:xfrm>
            <a:off x="7223760" y="356616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A0522D"/>
          </a:solidFill>
          <a:ln/>
        </p:spPr>
      </p:sp>
      <p:sp>
        <p:nvSpPr>
          <p:cNvPr id="34" name="Text 32"/>
          <p:cNvSpPr/>
          <p:nvPr/>
        </p:nvSpPr>
        <p:spPr>
          <a:xfrm>
            <a:off x="7223760" y="356616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
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· GEO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· Compliance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 if low conf.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 rot="5400000">
            <a:off x="9240012" y="4142232"/>
            <a:ext cx="128016" cy="128016"/>
          </a:xfrm>
          <a:prstGeom prst="rightTriangle">
            <a:avLst/>
          </a:prstGeom>
          <a:solidFill>
            <a:srgbClr val="1A1A1A"/>
          </a:solidFill>
          <a:ln/>
        </p:spPr>
      </p:sp>
      <p:sp>
        <p:nvSpPr>
          <p:cNvPr id="36" name="Shape 34"/>
          <p:cNvSpPr/>
          <p:nvPr/>
        </p:nvSpPr>
        <p:spPr>
          <a:xfrm>
            <a:off x="9372600" y="356616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A0522D"/>
          </a:solidFill>
          <a:ln/>
        </p:spPr>
      </p:sp>
      <p:sp>
        <p:nvSpPr>
          <p:cNvPr id="37" name="Text 35"/>
          <p:cNvSpPr/>
          <p:nvPr/>
        </p:nvSpPr>
        <p:spPr>
          <a:xfrm>
            <a:off x="9372600" y="356616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
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by AITOM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Dashboard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· Edit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080760" y="5120640"/>
            <a:ext cx="0" cy="18288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10800000">
            <a:off x="5989320" y="5285232"/>
            <a:ext cx="182880" cy="137160"/>
          </a:xfrm>
          <a:prstGeom prst="rightTriangle">
            <a:avLst/>
          </a:prstGeom>
          <a:solidFill>
            <a:srgbClr val="1A1A1A"/>
          </a:solidFill>
          <a:ln/>
        </p:spPr>
      </p:sp>
      <p:sp>
        <p:nvSpPr>
          <p:cNvPr id="40" name="Shape 38"/>
          <p:cNvSpPr/>
          <p:nvPr/>
        </p:nvSpPr>
        <p:spPr>
          <a:xfrm>
            <a:off x="457200" y="5440680"/>
            <a:ext cx="11247120" cy="1005840"/>
          </a:xfrm>
          <a:prstGeom prst="rect">
            <a:avLst/>
          </a:prstGeom>
          <a:solidFill>
            <a:srgbClr val="FAF6E8"/>
          </a:solidFill>
          <a:ln w="15875">
            <a:solidFill>
              <a:srgbClr val="2A2A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5513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240280" y="571500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A0522D"/>
          </a:solidFill>
          <a:ln/>
        </p:spPr>
      </p:sp>
      <p:sp>
        <p:nvSpPr>
          <p:cNvPr id="43" name="Text 41"/>
          <p:cNvSpPr/>
          <p:nvPr/>
        </p:nvSpPr>
        <p:spPr>
          <a:xfrm>
            <a:off x="2240280" y="57150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Content  —  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— draft / approved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MD · HTML · DOCX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63640" y="571500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7BA05B"/>
          </a:solidFill>
          <a:ln/>
        </p:spPr>
      </p:sp>
      <p:sp>
        <p:nvSpPr>
          <p:cNvPr id="45" name="Text 43"/>
          <p:cNvSpPr/>
          <p:nvPr/>
        </p:nvSpPr>
        <p:spPr>
          <a:xfrm>
            <a:off x="6263640" y="57150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Review  —  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 · Findings panel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Deprecate stale chunks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2026-05-29T14:19:09Z</dcterms:created>
  <dcterms:modified xsi:type="dcterms:W3CDTF">2026-05-29T14:19:09Z</dcterms:modified>
</cp:coreProperties>
</file>